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Your edge proxy IP block is cute, but my botnet has 10,000 IPs. (Runs a quick script that utilizes rotating proxies). Server is overloaded.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Flips a configuration switch to enforce Identity-Based Limiting (e.g., API Key or JWT) rather than IP limits, using a standard Fixed Window algorithm ( e.g. let's say 100 requests/minute)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"I can still do something with what I have. I will just time my requests on the edge of the windows. See? I stayed within your limits, but I just hit you with 200 requests in two seconds. Your database is about to time out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Upgrades the defense to a Sliding Window Log/Counter! (Visually demonstrate how the window now moves fluidly with time neutralizing the boundary spike)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Okay, you defeated me on the volume front... Then I'll change tactics. (Sends exactly 10 requests per minute (well under the limit) but points them all at the /export endpoint, which requires massive database joins). Let's see your database handle that!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Actually, the database is fine. My Circuit Breaker just tripped! It noticed the database was starting to slow down, so it immediately cut the connection. It sacrificed the /export endpoint and started returning 503 Service Unavailable to everyone, but it kept the rest of the application alive.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(Laughs) Wait... "to everyone"? So nobody can use /export now? I just successfully triggered a Denial of Service for your legitimate users! Your circuit breaker protected your database, but it didn't punish 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Yeah that's true... I know. Circuit breaking is a reactive shield, it stops cascading failures after the system is already hurting. But to stop you proactively, before the circuit breaker ever has to trip, I need to recognize that not all requests are the same.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(Flips a switch) Introducing: Weighted/Cost-based Rate Limiting! I'll modify the config so a standard /ping costs 1 token, but your heavy /export query costs 50 tokens.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(Runs script) Damn it! Two heavy queries and I've already burned my whole 100-token budget — the third one gets a 429 Too Many Requests. And /export is still up for everyone else!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Hmm... I refuse to give up. Let me think, think, think...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Wait a second. You're assigning me a strict budget of tokens. But your system still has to actually do the math every time I make a request. And counting takes time. What happens if I try to spend my tokens faster than you can count them? Let's poke your architecture.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(Pretends to run a script) First, the Sequential Test: If I send requests one by one, they get cut off at exactly the limit. Your math works perfectly.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But let's try a Burst Test. What if I fire 200 requests at the exact same millisecond using a highly concurrent script?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(Smirks, pointing at the screen) Look at this! Instead of 100 requests succeeding, 115 succeeded!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And look at the X-RateLimit-Remaining headers coming back to me. Remaining: 99, Remaining: 95, Remaining: 98, Remaining: 96... They are bouncing completely out of sequence! A-ha!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I know exactly how you built this. You've got multiple edge servers behind a load balancer, and they are all trying to asynchronously sync their math with a central authority, probably Redis. But you can't beat network latency! Hehehe!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During those 5 milliseconds it takes for your servers to ask the central source of truth for the token count and update it, I slipped 15 heavy requests through the cracks. Your rate limit algorithm isn't broken, Good Cop... your distributed architecture 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(Smiles, shaking their head...)</a:t>
            </a:r>
          </a:p>
          <a:p>
            <a:pPr>
              <a:defRPr sz="2400">
                <a:solidFill>
                  <a:srgbClr val="F0F0F0"/>
                </a:solidFill>
              </a:defRPr>
            </a:pPr>
            <a:r>
              <a:t>Okay, congratulations. You exploited the gap between checking the limit and updating it — a classic read-then-write race. The fix isn't a smarter algorithm, it's atomicity: the check and the increment have to happen as one indivisible step against the shared counter, so two requests can never read the same stale value. In my case that counter lives in Redis, so I deployed a Lua script — Redis runs it as a single atomic operation, and the gap you just walked through closes.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What? (Runs the heavy concurrent script one last time) Wait... Successful requests: 100. Failed: 100. Exactly 100? What? The headers are perfectly in sync as well!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Atomicity, my friend. The central cache no longer accepts concurrent questions; it forces everyone into a single-file line at the database level.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Alright, alright, you win...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...or do you? Hold on... if you force every single request across your entire infrastructure into a single-file line to update Redis, didn't you just create a massive bottleneck? I could just overwhelm your Redis server!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If I was doing a standard 'Read-then-Write', yes. That requires two network round trips between my API and Redis, plus a database lock. But that's why Lua matters. Redis runs Lua scripts natively, right inside its own engine, on its single main thread. It evaluates the limit, does the math, and updates the counter in one unbreakable, microsecond operation.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So no network round trips between checking the limit and setting the limit?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Yep, exactly. It's atomic, it's super fast, and no other commands can interrupt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Fine. You've closed every crack I could find at this scale. I'll give you that round.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But every fortress has a breaking point. Let's find yours. (Bad cop runs a massive load-testing tool aiming for 100,000 requests per second).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I'm no longer trying to bypass your math. I'm going to use your strict rate limiter to DDoS your Redis instance! Look at your CPU spiking! Your rate limit held, but your service still went down. Perfect consistency doesn't scale infinitely!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Okay, okay, kill the script! (Switches to a new architecture diagram on the slides). You're right. At extreme scale, strictly checking a central database for every single request is a bottleneck. We have to change the rules of the game.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Oh? Giving up?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No, evolving. We need to trade perfect, strict consistency for eventual consistency. Introducing the Two-Tier Rate Limiter!</a:t>
            </a:r>
          </a:p>
          <a:p>
            <a:pPr>
              <a:defRPr sz="2400">
                <a:solidFill>
                  <a:srgbClr val="F0F0F0"/>
                </a:solidFill>
              </a:defRPr>
            </a:pPr>
            <a:r>
              <a:t>Tier 1 is Local: Every API node gets its own blistering-fast in-memory counter. Zero network calls. Tier 2 is Global: Our Redis database. Instead of asking Redis for permission on every single request, the local nodes batch them and sync asynchronously every second or so in the background.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Hang on... sync every second? Doesn't that just bring back the race condition? If my limit is 100, couldn't I theoretically slip in 105 or 110 requests before all the local nodes sync up and realize I'm over the limit?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1F6F8B"/>
                </a:solidFill>
              </a:defRPr>
            </a:pPr>
            <a:r>
              <a:t>GOOD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Exactly! I might let 105 requests through on a strict 100-request limit. But my service stays up! At enterprise scale, we don't care if a user sneaks in 5 extra requests. We care that our database doesn't catch fire.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80D12"/>
        </a:solidFill>
        <a:effectLst/>
      </p:bgPr>
    </p:bg>
    <p:spTree>
      <p:nvGrpSpPr>
        <p:cNvPr id="1" name=""/>
        <p:cNvGrpSpPr/>
        <p:nvPr/>
      </p:nvGrpSpPr>
      <p:grpSpPr/>
      <p:sp>
        <p:nvSpPr>
          <p:cNvPr id="2" name="TextBox 1"/>
          <p:cNvSpPr txBox="1"/>
          <p:nvPr/>
        </p:nvSpPr>
        <p:spPr>
          <a:xfrm>
            <a:off x="640080" y="548640"/>
            <a:ext cx="5486400" cy="731520"/>
          </a:xfrm>
          <a:prstGeom prst="rect">
            <a:avLst/>
          </a:prstGeom>
          <a:noFill/>
        </p:spPr>
        <p:txBody>
          <a:bodyPr wrap="none">
            <a:spAutoFit/>
          </a:bodyPr>
          <a:lstStyle/>
          <a:p>
            <a:pPr>
              <a:defRPr sz="2800" b="1">
                <a:solidFill>
                  <a:srgbClr val="C0392B"/>
                </a:solidFill>
              </a:defRPr>
            </a:pPr>
            <a:r>
              <a:t>BAD COP</a:t>
            </a:r>
          </a:p>
        </p:txBody>
      </p:sp>
      <p:sp>
        <p:nvSpPr>
          <p:cNvPr id="3" name="TextBox 2"/>
          <p:cNvSpPr txBox="1"/>
          <p:nvPr/>
        </p:nvSpPr>
        <p:spPr>
          <a:xfrm>
            <a:off x="640080" y="1463040"/>
            <a:ext cx="10881360" cy="4846320"/>
          </a:xfrm>
          <a:prstGeom prst="rect">
            <a:avLst/>
          </a:prstGeom>
          <a:noFill/>
        </p:spPr>
        <p:txBody>
          <a:bodyPr wrap="square">
            <a:spAutoFit/>
          </a:bodyPr>
          <a:lstStyle/>
          <a:p>
            <a:pPr>
              <a:defRPr sz="2400">
                <a:solidFill>
                  <a:srgbClr val="F0F0F0"/>
                </a:solidFill>
              </a:defRPr>
            </a:pPr>
            <a:r>
              <a:t>(Drops character, turning to the audience) Exactly. And that's the main point of this talk. Rate limiting isn't a checkbox you tick in your API gateway and forget about. It's an evolving strategy.</a:t>
            </a:r>
          </a:p>
          <a:p>
            <a:pPr>
              <a:defRPr sz="2400">
                <a:solidFill>
                  <a:srgbClr val="F0F0F0"/>
                </a:solidFill>
              </a:defRPr>
            </a:pPr>
            <a:r>
              <a:t>It's a series of deliberate trade-offs. You start simple: Protecting your boundaries with IP limits and API keys. When the traffic gets smarter, you protect your database with cost-based limits. When attackers exploit network physics, you lock it down with atomicity. And when you finally reach hyper-scale? You realize that perfect math is the enemy of uptime, and you happily trade strict consistency just to keep the servers alive. You don't need a massive Two-Tier architecture on day one. But you do need to know what happens to your system when the traffic changes. So, the next time you configure an API gateway, ask yourself: what level of scale am I actually protecting against today?</a:t>
            </a:r>
          </a:p>
          <a:p>
            <a:pPr>
              <a:defRPr sz="2400">
                <a:solidFill>
                  <a:srgbClr val="F0F0F0"/>
                </a:solidFill>
              </a:defRPr>
            </a:pPr>
            <a:r>
              <a:t>And how quickly can I deploy a Lua script when things go wrong!</a:t>
            </a:r>
          </a:p>
          <a:p>
            <a:pPr>
              <a:defRPr sz="2400">
                <a:solidFill>
                  <a:srgbClr val="F0F0F0"/>
                </a:solidFill>
              </a:defRPr>
            </a:pPr>
            <a:r>
              <a:t>Exactly. Thank you all for coming to our talk!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